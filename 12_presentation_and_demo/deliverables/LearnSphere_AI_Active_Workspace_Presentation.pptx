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LearnSphere AI</a:t>
            </a:r>
          </a:p>
          <a:p>
            <a:r>
              <a:t>Active Workspace and Deployment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MindForgeAI Internship 2026 | Chatake Innoworks Pvt. Ltd.</a:t>
            </a:r>
          </a:p>
          <a:p>
            <a:r>
              <a:t>LearnSphere AI Team: Vaishnavi Mali (2026IT012, Team Lead), Nagweni Kumbhar (2026IT011), Aishwarya Ekanath (2026IT010)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an Active Workspace?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 separate clone protects the baseline project while the team develops, tests, documents, and releases improvements.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Independent Localhost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The active workspace runs on http://localhost:5051. It uses its own virtual environment and database, separate from the original project server.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Readable Page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Overview, planner, library, practice, and team pages each have their own HTML file. Shared behavior and styling remain in dedicated asset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Browser -&gt; frontend -&gt; Flask API -&gt; SQLite</a:t>
            </a:r>
          </a:p>
          <a:p>
            <a:r>
              <a:rPr sz="2000"/>
              <a:t>GitHub Pages -&gt; runtime config -&gt; Render API</a:t>
            </a:r>
          </a:p>
          <a:p>
            <a:r>
              <a:rPr sz="2000"/>
              <a:t>Git push -&gt; Actions -&gt; GitHub Pages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Change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Pull approved work. Create a feature branch. Run localhost. Edit mapped files. Test. Review diff. Commit. Push. Review and deploy.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and Internship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LearnSphere AI Team</a:t>
            </a:r>
          </a:p>
          <a:p>
            <a:r>
              <a:rPr sz="2000"/>
              <a:t>Vaishnavi Mali | Nagweni Kumbhar | Aishwarya Ekanath</a:t>
            </a:r>
          </a:p>
          <a:p>
            <a:r>
              <a:rPr sz="2000"/>
              <a:t>Chatake Innoworks Pvt. Ltd. | MindForgeAI Internship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Active Workspace Portal</a:t>
            </a:r>
          </a:p>
        </p:txBody>
      </p:sp>
      <p:pic>
        <p:nvPicPr>
          <p:cNvPr id="3" name="Picture 2" descr="active-workspac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881360" cy="7556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The active workspace provides a clear path for future development: understandable source files, documented commands, repeatable testing, controlled Git updates, and deployment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